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16</c:v>
                </c:pt>
                <c:pt idx="3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11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0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Trebuchet MS"/>
              </a:rPr>
              <a:t>Plan de Marketing de Contenidos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  <a:latin typeface="Trebuchet MS"/>
              </a:rPr>
              <a:t>Cliente Ejemplo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Nombre de la agencia</a:t>
            </a:r>
          </a:p>
        </p:txBody>
      </p:sp>
      <p:sp>
        <p:nvSpPr>
          <p:cNvPr id="5" name="Oval 4"/>
          <p:cNvSpPr/>
          <p:nvPr/>
        </p:nvSpPr>
        <p:spPr>
          <a:xfrm>
            <a:off x="9235440" y="731520"/>
            <a:ext cx="1737360" cy="1737360"/>
          </a:xfrm>
          <a:prstGeom prst="ellipse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Analisis de Competidores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3246120" cy="3977639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Marca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1A1A"/>
                </a:solidFill>
                <a:latin typeface="Trebuchet MS"/>
              </a:defRPr>
            </a:pPr>
            <a:r>
              <a:t>48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651760"/>
          <a:ext cx="283464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480560" y="1234440"/>
            <a:ext cx="3246120" cy="3977639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Marca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1A1A"/>
                </a:solidFill>
                <a:latin typeface="Trebuchet MS"/>
              </a:defRPr>
            </a:pPr>
            <a:r>
              <a:t>36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617720" y="2651760"/>
          <a:ext cx="2834640" cy="1920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68680" y="5440680"/>
            <a:ext cx="10332720" cy="73152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Conclusiones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Marca A domina en Tier 1, mientras que Marca B concentra una presencia mas uniforme en medios secundarios.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Desk Research: Estado de Redes Sociales del Cliente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25880"/>
            <a:ext cx="4846320" cy="15087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LinkedIn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Seguidores: 12000</a:t>
            </a:r>
            <a:br/>
            <a:r>
              <a:t>Frecuencia: 2 veces por semana</a:t>
            </a:r>
            <a:br/>
            <a:r>
              <a:t>Tono: profesional</a:t>
            </a:r>
            <a:br/>
            <a:r>
              <a:t>Observaciones: Buen nivel de consistencia visual pero bajo uso de formatos interactivos.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4846320" cy="15087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Instagram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Seguidores: 6500</a:t>
            </a:r>
            <a:br/>
            <a:r>
              <a:t>Frecuencia: 1 vez por semana</a:t>
            </a:r>
            <a:br/>
            <a:r>
              <a:t>Tono: cercano</a:t>
            </a:r>
            <a:br/>
            <a:r>
              <a:t>Observaciones: Hay espacio para mayor frecuencia y contenido educativo.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394960"/>
            <a:ext cx="10241280" cy="64008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Sintesis general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La marca tiene una base solida, pero necesita una estrategia editorial mas clara y orientada a conversion.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Objetivos / Metas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80160"/>
            <a:ext cx="10241280" cy="91440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Objetivo principal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Posicionar a la marca como referente en innovacion y aumentar la visibilidad de sus soluciones.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56032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Meta 1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Apariciones en medios Tier 1 y Tier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56032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Meta 2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Share of voice frente a competidores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5760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Meta 3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Alcance y engagement en LinkedIn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65760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Meta 4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Leads atribuidos a contenido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Tacticas / Tipos de Contenido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25880"/>
            <a:ext cx="4846320" cy="86868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Liderazgo de opinion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Articulos, columnas y posts con postura clara sobre la industria.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4846320" cy="86868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Casos de exito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Historias de clientes con aprendizajes y resultados medibles.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4846320" cy="86868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Microcontenidos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Clips, carruseles y piezas breves que simplifican temas complejos.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Como Se Ejecutara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71600"/>
            <a:ext cx="10241280" cy="182880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Roadmap de ejecucion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Se trabajara con una planificacion mensual, una reunion editorial por mes, produccion de piezas priorizadas por impacto y seguimiento semanal de desempeno.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977639"/>
            <a:ext cx="2103120" cy="91440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Planificacion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977639"/>
            <a:ext cx="2103120" cy="91440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Produccion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3977639"/>
            <a:ext cx="2103120" cy="91440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Distribucion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39" y="3977639"/>
            <a:ext cx="2103120" cy="91440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Medicion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Como Mediremos el Exito?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2588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Apariciones en medios Tier 1 y Tier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Share of voice frente a competidores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2316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Alcance y engagement en LinkedIn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42316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Leads atribuidos a contenido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