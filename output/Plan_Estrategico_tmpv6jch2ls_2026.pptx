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19</c:v>
                </c:pt>
                <c:pt idx="2">
                  <c:v>21</c:v>
                </c:pt>
                <c:pt idx="3">
                  <c:v>12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Plan Estrategico de Prensa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Trebuchet MS"/>
              </a:rPr>
              <a:t>[COMPLETAR: nombre del cliente] | 2026</a:t>
            </a:r>
          </a:p>
        </p:txBody>
      </p:sp>
      <p:sp>
        <p:nvSpPr>
          <p:cNvPr id="4" name="Oval 3"/>
          <p:cNvSpPr/>
          <p:nvPr/>
        </p:nvSpPr>
        <p:spPr>
          <a:xfrm>
            <a:off x="9235440" y="731520"/>
            <a:ext cx="1737360" cy="1737360"/>
          </a:xfrm>
          <a:prstGeom prst="ellipse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Competidores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Concepto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Transformacion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67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331720"/>
          <a:ext cx="338328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0" y="1554480"/>
            <a:ext cx="1225295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automatizacion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7023" y="1554480"/>
            <a:ext cx="155448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eficiencia operativa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1554480"/>
            <a:ext cx="1060704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IA aplicada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1663" y="1554480"/>
            <a:ext cx="1719072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experiencia del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160520"/>
            <a:ext cx="5943600" cy="12801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El concepto conecta mejor cuando se aterriza en beneficios concretos para el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Conclusiones Generales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3327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Marca A domina en Tier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64515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mientras que Marca B concentra una presencia mas uniforme en medios secundarios.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25703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[COMPLETAR: conclusiones estrategicas]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Recursos de Prensa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6304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Comunicados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Comunicados, columnas de opinion o cartas al director. Es el recurso mas usado para lograr apariciones en medios digitales.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Entrevistas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Centradas en potenciar estudios o hitos. Acompanadas de un brief enfocado en la estrategia.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38328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Contingencia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Participacion en solicitudes de periodistas. Contenido propuesto segun pauta mediatica del momento.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Relacionamiento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Instancias de conversacion intima con medios para crear lazos a largo plazo con la marca.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Objetivo Core de la Estrategia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691640"/>
            <a:ext cx="10012680" cy="29260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rebuchet MS"/>
              </a:rPr>
              <a:t>[COMPLETAR: objetivo central de la estrategia]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Buyer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Lider de Innovacion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3383280" cy="9144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Edad / Profesion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38 | Gerente de Transformacion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97480"/>
            <a:ext cx="516636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Contexto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Lidera iniciativas de cambio en una empresa mediana con presion por mostrar resultados rapidos.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57200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Dolores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Falta de tiempo; resistencia interna al cambio; proveedores poco claros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31920"/>
            <a:ext cx="516636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Modernizar procesos; demostrar ROI; ganar visibilidad interna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80360"/>
            <a:ext cx="4572000" cy="21031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Como busca informacion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Busca reportes, casos de exito, opinion de expertos y cobertura en medios de 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analitico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pragmatico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6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curioso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5 Pasos de la Estrategia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1615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Definir narrativa principal y mensajes clave.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627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Priorizar medios y periodistas alineados al objetivo.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3639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Preparar activos de voceria y comunicados.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9651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Ejecutar relacionamiento y respuesta a contingencias.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05663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Medir resultados y ajustar el enfoque mes a 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Pilares de Comunicacion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4892040" cy="31546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  <a:latin typeface="Trebuchet MS"/>
              </a:defRPr>
            </a:pPr>
            <a:r>
              <a:t>Liderazgo y vision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Mostrar una mirada experta y clara sobre los cambios de la industria.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92040" cy="315468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A1A1A"/>
                </a:solidFill>
                <a:latin typeface="Trebuchet MS"/>
              </a:defRPr>
            </a:pPr>
            <a:r>
              <a:t>Casos y resultados</a:t>
            </a:r>
          </a:p>
          <a:p>
            <a:pPr>
              <a:defRPr sz="1500">
                <a:solidFill>
                  <a:srgbClr val="1A1A1A"/>
                </a:solidFill>
                <a:latin typeface="Calibri"/>
              </a:defRPr>
            </a:pPr>
            <a:r>
              <a:t>Traducir la propuesta de valor en ejemplos concretos y medibles.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Propuestas de Tematicas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13258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Trebuchet MS"/>
              </a:defRPr>
            </a:pPr>
            <a:r>
              <a:t>Enero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Como modernizar procesos sin frenar la operacion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Que errores evitar al implementar IA en empresas medianas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4846320" cy="132588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A1A1A"/>
                </a:solidFill>
                <a:latin typeface="Trebuchet MS"/>
              </a:defRPr>
            </a:pPr>
            <a:r>
              <a:t>Febrero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Tendencias de automatizacion para 2026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Casos de exito que muestran ROI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Periodistas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274320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234440"/>
            <a:ext cx="283464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234440"/>
            <a:ext cx="338328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/ Beat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Ana Perez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9164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Diario Financiero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69164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Negocios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Tomas Rojas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10312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Pulso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10312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Tecnologia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51460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1460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92608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92608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92608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33756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33756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33756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749039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749039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3749039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16052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6052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416052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57200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457200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457200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98348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98348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98348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39496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539496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539496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Mediremos el Exito?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